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04 Aug – 11 Aug 2026   (1/6)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1/6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05:00 AM  →  06:00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08:00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https://events.sumologic.com/welcomewebinaram08042026-event-training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https://events.sumologic.com/fundamentalsam08042026-event-training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02:00 PM  →  03:00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05:00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https://events.sumologic.com/welcomewebinarpm08042026-event-training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https://events.sumologic.com/fundamentalspm08042026-event-training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https://events.sumologic.com/searchmasteryam08052026-event-training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https://events.sumologic.com/searchmasterypm08052026-event-training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07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07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https://events.sumologic.com/bp4qeam08062026-event-training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04:00 PM  →  05:28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07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07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07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https://events.sumologic.com/bp4qepm08062026-event-training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11 Aug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11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https://events.sumologic.com/administrationam08112026-event-training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11 Aug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https://events.sumologic.com/administrationpm08112026-event-training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12 Aug 2026 – 08 Sep 2026   (2/6)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2/6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https://events.sumologic.com/metricsanalyticsam08122026-event-training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https://events.sumologic.com/metricsanalyticspm08122026-event-training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Hands on with Mobot and Dojo AI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14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14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https://events.sumologic.com/mobotessentialsam08132026-event-training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Hands on with Mobot and Dojo AI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14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14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14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https://events.sumologic.com/mobotessentialspm08132026-event-training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SIEM Skills for SOC Analysts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18 Aug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18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https://events.sumologic.com/esscloudsiemam08182026-event-training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SIEM Skills for SOC Analysts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18 Aug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https://events.sumologic.com/esscloudsiempm08182026-event-training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20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20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https://events.sumologic.com/cloudsiemam08192026-event-training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20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20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20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https://events.sumologic.com/cloudsiempm08192026-event-training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05:00 AM  →  06:00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08:00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https://events.sumologic.com/welcomewebinaram09082026-event-training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https://events.sumologic.com/fundamentalsam09082026-event-training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08 Sep – 16 Sep 2026   (3/6)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3/6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02:00 PM  →  03:00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05:00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https://events.sumologic.com/welcomewebinarpm09082026-event-training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https://events.sumologic.com/fundamentalspm09082026-event-training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https://events.sumologic.com/searchmasteryam09092026-event-training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https://events.sumologic.com/searchmasterypm09092026-event-training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https://events.sumologic.com/bp4qeam09102026-event-training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https://events.sumologic.com/bp4qepm09102026-event-training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15 Sep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15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https://events.sumologic.com/administrationam09152026-event-training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15 Sep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https://events.sumologic.com/administrationpm09152026-event-training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https://events.sumologic.com/logsforsecurityam09162026-event-training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https://events.sumologic.com/logsforsecuritypm09162026-event-training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17 Sep 2026 – 06 Oct 2026   (4/6)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4/6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Hands on with Mobot and Dojo AI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https://events.sumologic.com/mobotessentialsam09172026-event-training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Hands on with Mobot and Dojo AI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01:00 PM  →  05:25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Sep 2026  08:00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Sep 2026  06:00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Sep 2026  04:00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https://events.sumologic.com/mobotessentialspm09172026-event-training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SIEM Skills for SOC Analysts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22 Sep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22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https://events.sumologic.com/esssiemam09222026-event-training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SIEM Skills for SOC Analysts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22 Sep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https://events.sumologic.com/esssiempm09222026-event-training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https://events.sumologic.com/cloudsiemam09232026-event-training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https://events.sumologic.com/cloudsiempm09232026-event-training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25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25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https://events.sumologic.com/automationam09242026-event-training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25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25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25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https://events.sumologic.com/automationpm09242026-event-training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06 Oct 2026  05:00 AM  →  06:00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07 Oct 2026  01:00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06 Oct 2026  11:00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06 Oct 2026  08:00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https://events.sumologic.com/welcomewebinaram10062026-event-training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06 Oct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07 Oct 2026  03:00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07 Oct 2026  01:00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06 Oct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https://events.sumologic.com/fundamentalsam10062026-event-training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06 Oct – 14 Oct 2026   (5/6)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5/6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06 Oct 2026  02:00 PM  →  03:00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07 Oct 2026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07 Oct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07 Oct 2026  05:00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https://events.sumologic.com/welcomewebinarpm10062026-event-training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06 Oct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07 Oct 2026  12:00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07 Oct 2026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07 Oct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https://events.sumologic.com/fundamentalspm10062026-event-training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07 Oct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08 Oct 2026  03:00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08 Oct 2026  01:00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07 Oct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https://events.sumologic.com/searchmasteryam10072026-event-training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07 Oct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08 Oct 2026  12:00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08 Oct 2026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08 Oct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https://events.sumologic.com/searchmasterypm10072026-event-training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08 Oct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09 Oct 2026  03:00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09 Oct 2026  01:00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08 Oct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08 Oct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09 Oct 2026  12:00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09 Oct 2026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09 Oct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https://events.sumologic.com/bp4qepm10082026-event-training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13 Oct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03:00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01:00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13 Oct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https://events.sumologic.com/administrationam10132026-event-training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13 Oct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12:00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https://events.sumologic.com/administrationpm10132026-event-training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03:00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01:00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https://events.sumologic.com/metricsanalyticsam10142026-event-training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12:00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https://events.sumologic.com/metricsanalyticspm10142026-event-training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15 Oct – 22 Oct 2026   (6/6)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6/6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3255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Hands on with Mobot and Dojo AI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16 Oct 2026  03:00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16 Oct 2026  01:00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https://events.sumologic.com/mobotworkshopam10152026-event-training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Hands on with Mobot and Dojo AI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16 Oct 2026  12:00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16 Oct 2026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16 Oct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https://events.sumologic.com/mobotworkshoppm10152026-event-training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SIEM Skills for SOC Analysts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20 Oct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03:00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01:00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20 Oct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https://events.sumologic.com/esssiemam10202026-event-training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SIEM Skills for SOC Analysts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20 Oct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12:00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https://events.sumologic.com/esssiempm10202026-event-training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03:00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01:00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23 Oct 2026  03:00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23 Oct 2026  01:00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https://events.sumologic.com/automationam10222026-event-training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23 Oct 2026  12:00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23 Oct 2026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23 Oct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https://events.sumologic.com/automationpm10222026-event-training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4005072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