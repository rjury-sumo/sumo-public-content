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30 Jun 2026 – 07 Jul 2026   (1/6)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1/6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https://events.sumologic.com/welcomewebinaram06302026-event-training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07:00 AM  →  04:00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https://events.sumologic.com/fundamentalsam06302026-event-training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AM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https://events.sumologic.com/welcomewebinarpm06302026-event-training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https://events.sumologic.com/fundamentalspm06302026-event-training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https://events.sumologic.com/searchmasteryam07012026-event-training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https://events.sumologic.com/searchmasterypm07012026-event-training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https://events.sumologic.com/bp4qeam07022026-event-training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04:00 PM  →  05:25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https://events.sumologic.com/bp4qepm07022026-event-training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https://events.sumologic.com/administrationam07072026-event-training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https://events.sumologic.com/administrationpm07072026-event-training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08 Jul – 16 Jul 2026  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2/6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https://events.sumologic.com/metricanalyticsam07082026-event-training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https://events.sumologic.com/metricanalyticspm07082026-event-training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https://events.sumologic.com/mobotam07092026-event-training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https://events.sumologic.com/mobotessentialspm07092026-event-training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https://events.sumologic.com/esscloudsiemam07142026-event-training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https://events.sumologic.com/esscloudsiem07142026-event-training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https://events.sumologic.com/cloudsiemam07152026-event-training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https://events.sumologic.com/cloudsiempm07152026-event-training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https://events.sumologic.com/automationam07162026-event-training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https://events.sumologic.com/automationpm07162026-event-training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04 Aug – 11 Aug 2026  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3/6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https://events.sumologic.com/welcomewebinaram08042026-event-training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https://events.sumologic.com/fundamentalsam08042026-event-training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https://events.sumologic.com/welcomewebinarpm08042026-event-training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04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https://events.sumologic.com/fundamentalspm08042026-event-training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https://events.sumologic.com/searchmasteryam08052026-event-training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05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https://events.sumologic.com/searchmasterypm08052026-event-training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https://events.sumologic.com/bp4qeam08062026-event-training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06 Aug 2026  04:00 PM  →  05:28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07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https://events.sumologic.com/bp4qepm08062026-event-training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11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11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https://events.sumologic.com/administrationam08112026-event-training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11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https://events.sumologic.com/administrationpm08112026-event-training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12 Aug 2026 – 08 Sep 2026  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4/6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https://events.sumologic.com/metricsanalyticsam08122026-event-training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12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https://events.sumologic.com/metricsanalyticspm08122026-event-training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https://events.sumologic.com/mobotessentialsam08132026-event-training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13 Aug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14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https://events.sumologic.com/mobotessentialspm08132026-event-training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18 Aug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18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https://events.sumologic.com/esscloudsiemam08182026-event-training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18 Aug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https://events.sumologic.com/esscloudsiempm08182026-event-training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https://events.sumologic.com/cloudsiemam08192026-event-training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19 Aug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20 Aug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https://events.sumologic.com/cloudsiempm08192026-event-training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https://events.sumologic.com/welcomewebinaram09082026-event-training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https://events.sumologic.com/fundamentalsam09082026-event-training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08 Sep – 16 Sep 2026  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5/6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https://events.sumologic.com/welcomewebinarpm09082026-event-training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https://events.sumologic.com/fundamentalspm09082026-event-training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https://events.sumologic.com/searchmasteryam09092026-event-training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https://events.sumologic.com/searchmasterypm09092026-event-training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https://events.sumologic.com/bp4qeam09102026-event-training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Sep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https://events.sumologic.com/bp4qepm09102026-event-training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https://events.sumologic.com/administrationam09152026-event-training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https://events.sumologic.com/administrationpm09152026-event-training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https://events.sumologic.com/logsforsecurityam09162026-event-training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https://events.sumologic.com/logsforsecuritypm09162026-event-training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17 Sep – 24 Sep 2026  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6/6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https://events.sumologic.com/mobotessentialsam09172026-event-training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Sep 2026  01:00 PM  →  05:25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Sep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https://events.sumologic.com/mobotessentialspm09172026-event-training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22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22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https://events.sumologic.com/esssiemam09222026-event-training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22 Sep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https://events.sumologic.com/esssiempm09222026-event-training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https://events.sumologic.com/cloudsiemam09232026-event-training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23 Sep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https://events.sumologic.com/cloudsiempm09232026-event-training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https://events.sumologic.com/automationam09242026-event-training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24 Sep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25 Sep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https://events.sumologic.com/automationpm09242026-event-training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4425696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