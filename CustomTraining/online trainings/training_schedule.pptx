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B4D8"/>
                </a:solidFill>
              </a:rPr>
              <a:t>Sumo Logic — Virtual Training Schedule   ·   03 Nov – 04 Nov 2026   (1/6)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10972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p 1/6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" y="640080"/>
          <a:ext cx="117957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1920240"/>
                <a:gridCol w="1920240"/>
                <a:gridCol w="192024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PT  (Los Angeles)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NZ  (Auckland)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AET  (Sydney)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SGT  (Singapore)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Register URL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Fundamentals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03 Nov 2026  07:00 AM  →  10:00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03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https://events.sumologic.com/fundamentalsam11032026-event-training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Fundamentals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03 Nov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03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https://events.sumologic.com/fundamentalsam11032026-event-training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Welcome Webinar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03 Nov 2026  02:00 PM  →  03:00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09:00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06:00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https://events.sumologic.com/welcomewebinarpm11032026-event-training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Welcome Webinar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03 Nov 2026  02:00 PM  →  03:00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09:00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06:00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https://events.sumologic.com/welcomewebinarpm11032026-event-training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Fundamentals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03 Nov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https://events.sumologic.com/fundamentalspm11032026-event-training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Fundamentals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03 Nov 2026  04:00 PM  →  07:00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08:00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https://events.sumologic.com/fundamentalspm11032026-event-training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Hands on with Mobot and Dojo AI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07:00 AM  →  08:30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https://events.sumologic.com/mobotworkshopam11122026-event-training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Hands on with Mobot and Dojo AI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07:00 AM  →  08:30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https://events.sumologic.com/mobotworkshopam11122026-event-training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Hands on with Mobot and Dojo AI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04:00 PM  →  05:30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https://events.sumologic.com/mobotworkshopam11122026-event-training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Hands on with Mobot and Dojo AI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04 Nov 2026  04:00 PM  →  05:30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08:00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https://events.sumologic.com/mobotworkshopam11122026-event-training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4592" y="5266944"/>
            <a:ext cx="1179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94A3B8"/>
                </a:solidFill>
              </a:rPr>
              <a:t>Register links are live URLs — click to open in browser.  All times shown as start time; PT column also shows end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B4D8"/>
                </a:solidFill>
              </a:rPr>
              <a:t>Sumo Logic — Virtual Training Schedule   ·   05 Nov – 11 Nov 2026   (2/6)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10972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p 2/6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" y="640080"/>
          <a:ext cx="117957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1920240"/>
                <a:gridCol w="1920240"/>
                <a:gridCol w="192024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PT  (Los Angeles)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NZ  (Auckland)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AET  (Sydney)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SGT  (Singapore)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Register URL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Search Mastery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07:00 AM  →  10:00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https://events.sumologic.com/searchmasteryam11042026-event-training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Search Mastery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https://events.sumologic.com/searchmasteryam11042026-event-training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Search Mastery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https://events.sumologic.com/searchmasterypm11042026-event-training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Search Mastery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05 Nov 2026  04:00 PM  →  07:00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01:00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06 Nov 2026  08:00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https://events.sumologic.com/searchmasterypm11042026-event-training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Administration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10 Nov 2026  07:00 AM  →  10:00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10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https://events.sumologic.com/administrationam11102026-event-training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Administration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10 Nov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10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https://events.sumologic.com/administrationam11102026-event-training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Administration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10 Nov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https://events.sumologic.com/administrationpm11102026-event-training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Administration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10 Nov 2026  04:00 PM  →  07:00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08:00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https://events.sumologic.com/administrationpm11102026-event-training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Logs for Security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07:00 AM  →  10:00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https://events.sumologic.com/logsforsecurityam11112026-event-training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Logs for Security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https://events.sumologic.com/logsforsecurityam11112026-event-training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4592" y="5266944"/>
            <a:ext cx="1179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94A3B8"/>
                </a:solidFill>
              </a:rPr>
              <a:t>Register links are live URLs — click to open in browser.  All times shown as start time; PT column also shows end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B4D8"/>
                </a:solidFill>
              </a:rPr>
              <a:t>Sumo Logic — Virtual Training Schedule   ·   11 Nov – 17 Nov 2026   (3/6)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10972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p 3/6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" y="640080"/>
          <a:ext cx="117957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1920240"/>
                <a:gridCol w="1920240"/>
                <a:gridCol w="192024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PT  (Los Angeles)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NZ  (Auckland)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AET  (Sydney)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SGT  (Singapore)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Register URL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Logs for Security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https://events.sumologic.com/logsforsecuritypm11112026-event-training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Logs for Security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11 Nov 2026  04:00 PM  →  07:00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08:00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https://events.sumologic.com/logsforsecuritypm11112026-event-training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Best Practices for Query Efficiency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07:00 AM  →  08:25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https://events.sumologic.com/bp4qeam11052026-event-training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Best Practices for Query Efficiency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07:00 AM  →  08:25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https://events.sumologic.com/bp4qeam11052026-event-training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Best Practices for Query Efficiency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04:00 PM  →  05:30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https://events.sumologic.com/bp4qepm11052025-event-training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Best Practices for Query Efficiency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12 Nov 2026  04:00 PM  →  05:30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01:00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13 Nov 2026  08:00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https://events.sumologic.com/bp4qepm11052025-event-training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Essential SIEM skills for SOC Analysts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17 Nov 2026  07:00 AM  →  08:23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17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https://events.sumologic.com/esssiemam11172026-event-training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Essential SIEM skills for SOC Analysts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17 Nov 2026  07:00 AM  →  08:23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17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https://events.sumologic.com/esssiemam11172026-event-training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Essential SIEM skills for SOC Analysts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17 Nov 2026  04:00 PM  →  05:30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https://events.sumologic.com/esssiempm11172026-event-training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Essential SIEM skills for SOC Analysts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17 Nov 2026  04:00 PM  →  05:30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08:00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https://events.sumologic.com/esssiempm11172026-event-training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4592" y="5266944"/>
            <a:ext cx="1179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94A3B8"/>
                </a:solidFill>
              </a:rPr>
              <a:t>Register links are live URLs — click to open in browser.  All times shown as start time; PT column also shows end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B4D8"/>
                </a:solidFill>
              </a:rPr>
              <a:t>Sumo Logic — Virtual Training Schedule   ·   18 Nov 2026 – 01 Dec 2026   (4/6)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10972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p 4/6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" y="640080"/>
          <a:ext cx="117957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1920240"/>
                <a:gridCol w="1920240"/>
                <a:gridCol w="192024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PT  (Los Angeles)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NZ  (Auckland)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AET  (Sydney)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SGT  (Singapore)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Register URL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Cloud SIEM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07:00 AM  →  10:00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https://events.sumologic.com/cloudsiemam11182026-event-training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Cloud SIEM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https://events.sumologic.com/cloudsiemam11182026-event-training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Cloud SIEM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https://events.sumologic.com/cloudsiempm11182026-event-training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Cloud SIEM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18 Nov 2026  04:00 PM  →  07:00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08:00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https://events.sumologic.com/cloudsiempm11182026-event-training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Automation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07:00 AM  →  08:30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20 Nov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20 Nov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https://events.sumologic.com/automationam11192026-event-training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Automation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07:00 AM  →  08:30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20 Nov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20 Nov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19 Nov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https://events.sumologic.com/automationam11192026-event-training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Welcome Webinar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05:00 AM  →  06:00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12:00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09:00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https://events.sumologic.com/welcomewebinaram12012026-event-training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Welcome Webinar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05:00 AM  →  06:00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12:00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09:00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https://events.sumologic.com/welcomewebinaram12012026-event-training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Fundamentals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07:00 AM  →  10:00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04:00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02:00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11:00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https://events.sumologic.com/fundamentalsam12012026-event-training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Fundamentals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https://events.sumologic.com/fundamentalsam12012026-event-training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4592" y="5266944"/>
            <a:ext cx="1179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94A3B8"/>
                </a:solidFill>
              </a:rPr>
              <a:t>Register links are live URLs — click to open in browser.  All times shown as start time; PT column also shows end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B4D8"/>
                </a:solidFill>
              </a:rPr>
              <a:t>Sumo Logic — Virtual Training Schedule   ·   01 Dec – 09 Dec 2026   (5/6)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10972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p 5/6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" y="640080"/>
          <a:ext cx="117957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1920240"/>
                <a:gridCol w="1920240"/>
                <a:gridCol w="192024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PT  (Los Angeles)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NZ  (Auckland)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AET  (Sydney)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SGT  (Singapore)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Register URL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Welcome Webinar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02:00 PM  →  03:00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09:00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06:00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https://events.sumologic.com/welcomewebinarpm12012026-event-training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Welcome Webinar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02:00 PM  →  03:00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11:00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09:00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06:00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https://events.sumologic.com/welcomewebinarpm12012026-event-training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Fundamentals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01 Dec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https://events.sumologic.com/fundamentalspm12012026-event-training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Hands on with Mobot and Dojo AI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07:00 AM  →  08:30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03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03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https://events.sumologic.com/handsonwithmobotanddojoaiam12022026-event-training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Hands on with Mobot and Dojo AI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02 Dec 2026  04:00 PM  →  05:30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03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03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03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https://events.sumologic.com/handsonwithmobotanddojoaipm12022026-event-training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Search Mastery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03 Dec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04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04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03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https://events.sumologic.com/searchmasteryam12032026-event-training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Search Mastery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03 Dec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04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04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04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https://events.sumologic.com/searchmasterypm12032026-event-training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Administration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08 Dec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09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09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08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https://events.sumologic.com/administrationam12082026-event-training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Administration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08 Dec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09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09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09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https://events.sumologic.com/administrationpm12082026-event-training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Observability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09 Dec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10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10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09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https://events.sumologic.com/observabilityam12092026-event-training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4592" y="5266944"/>
            <a:ext cx="1179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94A3B8"/>
                </a:solidFill>
              </a:rPr>
              <a:t>Register links are live URLs — click to open in browser.  All times shown as start time; PT column also shows end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B4D8"/>
                </a:solidFill>
              </a:rPr>
              <a:t>Sumo Logic — Virtual Training Schedule   ·   09 Dec – 17 Dec 2026   (6/6)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10972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p 6/6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" y="640080"/>
          <a:ext cx="1179576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20240"/>
                <a:gridCol w="1920240"/>
                <a:gridCol w="1920240"/>
                <a:gridCol w="192024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PT  (Los Angeles)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NZ  (Auckland)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AET  (Sydney)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SGT  (Singapore)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0B4D8"/>
                          </a:solidFill>
                        </a:rPr>
                        <a:t>Register URL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Observability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09 Dec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10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10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10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https://events.sumologic.com/observabilitypm12092026-event-training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Best Practices for Query Efficiency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10 Dec 2026  07:00 AM  →  08:30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11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11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10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https://events.sumologic.com/bp4qeam12102026-event-training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Best Practices for Query Efficiency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10 Dec 2026  04:00 PM  →  05:30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11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11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11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https://events.sumologic.com/bp4qepm12102026-event-training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Essential SIEM Skills for SOC Analysts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15 Dec 2026  07:00 AM  →  08:30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16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16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15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https://events.sumologic.com/esssiemam12152026-event-training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Essential SIEM Skills for SOC Analysts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Tue 15 Dec 2026  04:00 PM  →  05:30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16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16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16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https://events.sumologic.com/esssiempm12152026-event-training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Cloud SIEM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16 Dec 2026  07:00 AM  →  10:00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17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17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16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https://events.sumologic.com/cloudsiemam12162026-event-training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Cloud SIEM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Wed 16 Dec 2026  04:00 PM  →  07:00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17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17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17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https://events.sumologic.com/cloudsiempm12162026-event-training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Automation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17 Dec 2026  07:00 AM  →  08:12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18 Dec 2026  04:00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18 Dec 2026  02:00 AM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17 Dec 2026  11:00 PM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https://events.sumologic.com/automationam12172026-event-training</a:t>
                      </a:r>
                    </a:p>
                  </a:txBody>
                  <a:tcPr>
                    <a:solidFill>
                      <a:srgbClr val="1A1D2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Automation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Thu 17 Dec 2026  04:00 PM  →  05:30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18 Dec 2026  01:00 PM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18 Dec 2026  11:00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E2E8F0"/>
                          </a:solidFill>
                        </a:rPr>
                        <a:t>Fri 18 Dec 2026  08:00 AM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E2E8F0"/>
                          </a:solidFill>
                        </a:rPr>
                        <a:t>https://events.sumologic.com/automationpm12172026-event-training</a:t>
                      </a:r>
                    </a:p>
                  </a:txBody>
                  <a:tcPr>
                    <a:solidFill>
                      <a:srgbClr val="0F1117"/>
                    </a:solidFill>
                    <a:lnL w="6350" cap="flat">
                      <a:solidFill>
                        <a:srgbClr val="2E3348"/>
                      </a:solidFill>
                    </a:lnL>
                    <a:lnR w="6350" cap="flat">
                      <a:solidFill>
                        <a:srgbClr val="2E3348"/>
                      </a:solidFill>
                    </a:lnR>
                    <a:lnT w="6350" cap="flat">
                      <a:solidFill>
                        <a:srgbClr val="2E3348"/>
                      </a:solidFill>
                    </a:lnT>
                    <a:lnB w="6350" cap="flat">
                      <a:solidFill>
                        <a:srgbClr val="2E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4592" y="4846320"/>
            <a:ext cx="1179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i="1">
                <a:solidFill>
                  <a:srgbClr val="94A3B8"/>
                </a:solidFill>
              </a:rPr>
              <a:t>Register links are live URLs — click to open in browser.  All times shown as start time; PT column also shows end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