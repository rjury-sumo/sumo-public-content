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19 May 2026 – 02 Jun 2026   (1/5)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1/5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19 May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19 May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https://events.sumologic.com/logsforsecurityam05192026-event-training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19 May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https://events.sumologic.com/logsforsecuritypm05192026-event-training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https://events.sumologic.com/esscloudsiemam05202026-event-training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https://events.sumologic.com/esscloudsiempm05202026-event-training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22 May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22 May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https://events.sumologic.com/cloudsiemam05212026-event-training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22 May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22 May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22 May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https://events.sumologic.com/cloudsiempm05212026-event-training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05:00 AM  →  06:00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08:00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https://events.sumologic.com/welcomewebinaram06022026-event-training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https://events.sumologic.com/fundamentalsam06022026-event-training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02:00 PM  →  03:00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05:00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https://events.sumologic.com/welcomewebinarpm06022026-event-training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https://events.sumologic.com/fundamentalspm06022026-event-training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03 Jun – 11 Jun 2026   (2/5)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2/5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https://events.sumologic.com/searchmasteryam06032026-event-training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https://events.sumologic.com/searchmasterypm06032026-event-training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05 Jun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05 Jun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https://events.sumologic.com/bp4qeam06042026-event-training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05 Jun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05 Jun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05 Jun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https://events.sumologic.com/bp4qepm06042026-event-training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09 Jun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09 Jun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https://events.sumologic.com/administrationam06092026-event-training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09 Jun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https://events.sumologic.com/administrationpm06092026-event-training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Metrics Analytics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https://events.sumologic.com/metricanalyticsam06102026-event-training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Metrics Analytics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https://events.sumologic.com/metricanalyticspm06102026-event-training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12 Jun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12 Jun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https://events.sumologic.com/mobotessentialsam06112026-event-training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12 Jun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12 Jun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12 Jun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https://events.sumologic.com/mobotessentialspm06112026-event-training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16 Jun – 30 Jun 2026   (3/5)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3/5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16 Jun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16 Jun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https://events.sumologic.com/logsforsecurityam06162026-event-training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16 Jun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https://events.sumologic.com/logsforsecuritypm06162026-event-training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https://events.sumologic.com/cloudsiemam06172026-event-training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https://events.sumologic.com/cloudsiempm06172026-event-training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Workshop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19 Jun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19 Jun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https://events.sumologic.com/automationworkshopam06182026-event-training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Workshop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19 Jun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19 Jun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19 Jun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https://events.sumologic.com/automationworkshoppm06182026-event-training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05:00 AM  →  06:00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08:00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https://events.sumologic.com/welcomewebinaram06302026-event-training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07:00 AM  →  04:00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https://events.sumologic.com/fundamentalsam06302026-event-training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10:00 AM  →  03:00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05:00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03:00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https://events.sumologic.com/welcomewebinarpm06302026-event-training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https://events.sumologic.com/fundamentalspm06302026-event-training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01 Jul – 09 Jul 2026   (4/5)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4/5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https://events.sumologic.com/searchmasteryam07012026-event-training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https://events.sumologic.com/searchmasterypm07012026-event-training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03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03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https://events.sumologic.com/bp4qeam07022026-event-training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04:00 PM  →  05:25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03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03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03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https://events.sumologic.com/bp4qepm07022026-event-training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07 Jul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07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https://events.sumologic.com/administrationam07072026-event-training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07 Jul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https://events.sumologic.com/administrationpm07072026-event-training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Metrics Analytics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https://events.sumologic.com/metricanalyticsam07082026-event-training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Metrics Analytics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https://events.sumologic.com/metricanalyticspm07082026-event-training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10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10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https://events.sumologic.com/mobotam07092026-event-training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10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10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10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https://events.sumologic.com/mobotessentialspm07092026-event-training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14 Jul – 16 Jul 2026   (5/5)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5/5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14 Jul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14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https://events.sumologic.com/esscloudsiemam07142026-event-training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14 Jul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https://events.sumologic.com/esscloudsiem07142026-event-training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https://events.sumologic.com/cloudsiemam07152026-event-training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https://events.sumologic.com/cloudsiempm07152026-event-training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17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17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https://events.sumologic.com/automationam07162026-event-training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17 Jul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17 Jul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17 Jul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https://events.sumologic.com/automationpm07162026-event-training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3584448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