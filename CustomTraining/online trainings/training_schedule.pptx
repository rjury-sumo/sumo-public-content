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05 May – 12 May 2026   (1/5)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1/5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05:00 AM  →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08:00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https://events.sumologic.com/welcomewebinaram05052026-event-training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https://events.sumologic.com/fundamentalsam05052026-event-training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02:00 PM  →  03:00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05:00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https://events.sumologic.com/welcomewebinarpm05052026-event-training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05 May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https://events.sumologic.com/fundamentalspm05052026-event-training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https://events.sumologic.com/searchmasteryam05062026-event-training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06 May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https://events.sumologic.com/searchmasterypm05062026-event-training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https://events.sumologic.com/bp4qeam05072026-event-training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07 May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08 May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https://events.sumologic.com/bp4qepm05072026-event-training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Observability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Mon 11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https://events.sumologic.com/observabilitypm05111016-event-training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https://events.sumologic.com/administrationam05122026-event-training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12 May – 21 May 2026   (2/5)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2/5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12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https://events.sumologic.com/administrationpm05122026-event-training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https://events.sumologic.com/metricanalyticsam05132026-event-training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13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https://events.sumologic.com/metricanalyricspm05132026-event-training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https://events.sumologic.com/mobotessentialsam05142026-event-training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14 May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15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https://events.sumologic.com/mobotessentialspm05142026-event-training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https://events.sumologic.com/logsforsecurityam05192026-event-training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19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https://events.sumologic.com/logsforsecuritypm05192026-event-training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https://events.sumologic.com/esscloudsiemam05202026-event-training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Cloud SIEM Skills for SOC Analysts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20 May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https://events.sumologic.com/esscloudsiempm05202026-event-training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https://events.sumologic.com/cloudsiemam05212026-event-training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21 May 2026 – 09 Jun 2026   (3/5)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3/5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21 May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22 May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https://events.sumologic.com/cloudsiempm05212026-event-training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05:00 AM  →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08:00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https://events.sumologic.com/welcomewebinaram06022026-event-training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10:00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https://events.sumologic.com/fundamentalsam06022026-event-training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02:00 PM  →  03:00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05:00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https://events.sumologic.com/welcomewebinarpm06022026-event-training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02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https://events.sumologic.com/fundamentalspm06022026-event-training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https://events.sumologic.com/searchmasteryam06032026-event-training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03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https://events.sumologic.com/searchmasterypm06032026-event-training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https://events.sumologic.com/bp4qeam06042026-event-training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 for Query Efficiency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04 Jun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05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https://events.sumologic.com/bp4qepm06042026-event-training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https://events.sumologic.com/administrationam06092026-event-training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09 Jun – 18 Jun 2026   (4/5)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4/5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09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https://events.sumologic.com/administrationpm06092026-event-training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https://events.sumologic.com/metricanalyticsam06102026-event-training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 Analytics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10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https://events.sumologic.com/metricanalyticspm06102026-event-training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https://events.sumologic.com/mobotessentialsam06112026-event-training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Mobot Essentials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11 Jun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12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https://events.sumologic.com/mobotessentialspm06112026-event-training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https://events.sumologic.com/logsforsecurityam06162026-event-training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16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https://events.sumologic.com/logsforsecuritypm06162026-event-training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https://events.sumologic.com/cloudsiemam06172026-event-training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17 Jun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https://events.sumologic.com/cloudsiempm06172026-event-training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Workshop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https://events.sumologic.com/automationworkshopam06182026-event-training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18 Jun – 18 Jun 2026   (5/5)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5/5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Workshop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18 Jun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09:00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19 Jun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https://events.sumologic.com/automationworkshoppm06182026-event-training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1481328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