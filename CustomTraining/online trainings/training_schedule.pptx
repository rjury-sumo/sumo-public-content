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05 May – 12 May 2026   (1/7)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05:00 AM  →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https://events.sumologic.com/welcomewebinaram05052026-event-training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https://events.sumologic.com/fundamentalsam05052026-event-training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https://events.sumologic.com/welcomewebinarpm05052026-event-training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https://events.sumologic.com/fundamentalspm05052026-event-training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https://events.sumologic.com/searchmasteryam05062026-event-training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https://events.sumologic.com/searchmasterypm05062026-event-training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https://events.sumologic.com/bp4qeam05072026-event-training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https://events.sumologic.com/bp4qepm05072026-event-training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Observability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Mon 11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https://events.sumologic.com/observabilitypm05111016-event-training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https://events.sumologic.com/administrationam05122026-event-training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12 May – 21 May 2026   (2/7)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https://events.sumologic.com/administrationpm05122026-event-training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https://events.sumologic.com/metricanalyticsam05132026-event-training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https://events.sumologic.com/metricanalyricspm05132026-event-training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https://events.sumologic.com/mobotessentialsam05142026-event-training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https://events.sumologic.com/mobotessentialspm05142026-event-training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https://events.sumologic.com/logsforsecurityam05192026-event-training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https://events.sumologic.com/logsforsecuritypm05192026-event-training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https://events.sumologic.com/esscloudsiemam05202026-event-training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https://events.sumologic.com/esscloudsiempm05202026-event-training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https://events.sumologic.com/cloudsiemam05212026-event-training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21 May 2026 – 09 Jun 2026   (3/7)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https://events.sumologic.com/cloudsiempm05212026-event-training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05:00 AM  →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08:00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02:00 PM  →  03:00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05:00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https://events.sumologic.com/searchmasteryam06032026-event-training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https://events.sumologic.com/searchmasterypm06032026-event-training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https://events.sumologic.com/bp4qeam06042026-event-training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https://events.sumologic.com/bp4qepm06042026-event-training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https://events.sumologic.com/administrationam06092026-event-training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09 Jun – 18 Jun 2026   (4/7)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https://events.sumologic.com/administrationpm06092026-event-training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https://events.sumologic.com/metricanalyticsam06102026-event-training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https://events.sumologic.com/metricanalyticspm06102026-event-training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https://events.sumologic.com/mobotessentialsam06112026-event-training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https://events.sumologic.com/mobotessentialspm06112026-event-training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https://events.sumologic.com/logsforsecurityam06162026-event-training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https://events.sumologic.com/logsforsecuritypm06162026-event-training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https://events.sumologic.com/cloudsiemam06172026-event-training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https://events.sumologic.com/cloudsiempm06172026-event-training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https://events.sumologic.com/automationworkshopam06182026-event-training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18 Jun 2026 – 07 Jul 2026   (5/7)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https://events.sumologic.com/automationworkshoppm06182026-event-training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05:00 AM  →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08:00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07:00 AM  →  04:00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10:00 AM  →  03:00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05:00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https://events.sumologic.com/welcomewebinarpm06302026-event-training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30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https://events.sumologic.com/fundamentalspm06302026-event-training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https://events.sumologic.com/searchmasteryam07012026-event-training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01 Jul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https://events.sumologic.com/searchmasterypm07012026-event-training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https://events.sumologic.com/bp4qeam07022026-event-training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02 Jul 2026  04:00 PM  →  05:25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03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https://events.sumologic.com/bp4qepm07022026-event-training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https://events.sumologic.com/administrationam07072026-event-training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07 Jul – 16 Jul 2026   (6/7)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6/7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07 Jul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https://events.sumologic.com/administrationpm07072026-event-training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https://events.sumologic.com/metricanalyticsam07082026-event-training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08 Jul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https://events.sumologic.com/metricanalyticspm07082026-event-training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https://events.sumologic.com/mobotam07092026-event-training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09 Jul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10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https://events.sumologic.com/mobotessentialspm07092026-event-training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https://events.sumologic.com/esscloudsiemam07142026-event-training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14 Jul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https://events.sumologic.com/esscloudsiem07142026-event-training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https://events.sumologic.com/cloudsiemam07152026-event-training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15 Jul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https://events.sumologic.com/cloudsiempm07152026-event-training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https://events.sumologic.com/automationam07162026-event-training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16 Jul – 16 Jul 2026   (7/7)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7/7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16 Jul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17 Jul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https://events.sumologic.com/automationpm07162026-event-training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1481328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